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RouteOpt: A Data-Cleaning and Approximation Engine for Capacitated Multi-Vehicle Route Optimization with Time Windows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Sai Rohit (252009091)</a:t>
            </a:r>
          </a:p>
          <a:p>
            <a:r>
              <a:rPr lang="en-US" dirty="0">
                <a:solidFill>
                  <a:srgbClr val="0070C0"/>
                </a:solidFill>
              </a:rPr>
              <a:t>Surendra (2520090142)</a:t>
            </a:r>
          </a:p>
          <a:p>
            <a:r>
              <a:rPr lang="en-US" dirty="0">
                <a:solidFill>
                  <a:srgbClr val="0070C0"/>
                </a:solidFill>
              </a:rPr>
              <a:t>Akash (2520090127)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Dyuti Banerjee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addressed is the Capacitated Vehicle Routing Problem with Time Windows (CVRPTW), which is NP-hard and difficult to solve exactly for large fleets.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logistics require fast approximation methods rather than exact solvers.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introduces RouteOpt, a routing engine that: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raw stop and address data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Cleans, standardizes, and geocodes messy addresses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Deduplicates repeated stops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and assigns stops to vehicles while respecting capacity constraints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topic is the Vehicle Routing Problem (VRP) - a generalization of the Traveling Salesman Problem to multiple vehicles.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VRP is central to combinatorial optimization and logistics planning.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variants include: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CVRP - adds vehicle capacity limits.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CVRPTW - adds delivery time windows for customers.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variants are widely used in delivery, field-service, and transportation operations.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optimization methods (branch-and-bound, integer linear programming) guarantee optimal solutions but do not scale beyond a few dozen stops.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systems rely on heuristics and metaheuristics to get near-optimal solutions quickly: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Constructive heuristics: nearest-neighbor, Clarke-Wright savings.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Local/metaheuristic search: 2-opt, Or-opt, simulated annealing, tabu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Routing Problem (VRP): Research mainly focuses on finding efficient routes for vehicles while serving multiple customers.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Capacitated VRP (CVRP): Existing methods consider vehicle capacity constraints to ensure that vehicle load does not exceed its maximum capacity.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 Constraints: VRPTW approaches ensure that customers are served within their specified time windows, making route planning more realistic.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&amp; Approximation Methods: Techniques such as Greedy, 2-opt, Genetic Algorithms, and Ant Colony Optimization are used to obtain good solutions with less computation time.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Many existing systems focus mainly on route optimization, while RouteOpt integrates data cleaning, validation, capacity constraints, time windows, and approximate multi-vehicle routing into a unified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delivery datasets often contain missing, duplicate, inconsistent, or invalid data, which can affect route planning.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routes for multiple vehicles becomes complex when vehicle capacity constraints must be satisfied.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may have specific time windows, requiring vehicles to arrive within a given time period.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exact optimization methods can become computationally expensive for large numbers of customers and vehicles.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cleans and validates input data before performing route optimization.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RouteOpt aims to provide an efficient approximation engine that generates feasible and optimized multi-vehicle routes while considering vehicle capacity and customer time-window constraints.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300" name="Step 1"/>
          <p:cNvSpPr/>
          <p:nvPr/>
        </p:nvSpPr>
        <p:spPr>
          <a:xfrm>
            <a:off x="9144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Stop &amp; Address Data</a:t>
            </a:r>
          </a:p>
        </p:txBody>
      </p:sp>
      <p:sp>
        <p:nvSpPr>
          <p:cNvPr id="301" name="Arrow 1"/>
          <p:cNvSpPr/>
          <p:nvPr/>
        </p:nvSpPr>
        <p:spPr>
          <a:xfrm>
            <a:off x="241440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Step 2"/>
          <p:cNvSpPr/>
          <p:nvPr/>
        </p:nvSpPr>
        <p:spPr>
          <a:xfrm>
            <a:off x="268704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Standardization</a:t>
            </a:r>
          </a:p>
        </p:txBody>
      </p:sp>
      <p:sp>
        <p:nvSpPr>
          <p:cNvPr id="303" name="Arrow 2"/>
          <p:cNvSpPr/>
          <p:nvPr/>
        </p:nvSpPr>
        <p:spPr>
          <a:xfrm>
            <a:off x="418704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Step 3"/>
          <p:cNvSpPr/>
          <p:nvPr/>
        </p:nvSpPr>
        <p:spPr>
          <a:xfrm>
            <a:off x="445968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</a:t>
            </a:r>
          </a:p>
        </p:txBody>
      </p:sp>
      <p:sp>
        <p:nvSpPr>
          <p:cNvPr id="305" name="Arrow 3"/>
          <p:cNvSpPr/>
          <p:nvPr/>
        </p:nvSpPr>
        <p:spPr>
          <a:xfrm>
            <a:off x="595968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Step 4"/>
          <p:cNvSpPr/>
          <p:nvPr/>
        </p:nvSpPr>
        <p:spPr>
          <a:xfrm>
            <a:off x="623232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&amp; Vehicle Assignment</a:t>
            </a:r>
          </a:p>
        </p:txBody>
      </p:sp>
      <p:sp>
        <p:nvSpPr>
          <p:cNvPr id="307" name="Arrow 4"/>
          <p:cNvSpPr/>
          <p:nvPr/>
        </p:nvSpPr>
        <p:spPr>
          <a:xfrm>
            <a:off x="773232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ep 5"/>
          <p:cNvSpPr/>
          <p:nvPr/>
        </p:nvSpPr>
        <p:spPr>
          <a:xfrm>
            <a:off x="800496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 (CVRPTW)</a:t>
            </a:r>
          </a:p>
        </p:txBody>
      </p:sp>
      <p:sp>
        <p:nvSpPr>
          <p:cNvPr id="309" name="Arrow 5"/>
          <p:cNvSpPr/>
          <p:nvPr/>
        </p:nvSpPr>
        <p:spPr>
          <a:xfrm>
            <a:off x="950496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Step 6"/>
          <p:cNvSpPr/>
          <p:nvPr/>
        </p:nvSpPr>
        <p:spPr>
          <a:xfrm>
            <a:off x="97776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Multi-Vehicle Routes</a:t>
            </a:r>
          </a:p>
        </p:txBody>
      </p:sp>
      <p:sp>
        <p:nvSpPr>
          <p:cNvPr id="311" name="Flow Caption"/>
          <p:cNvSpPr txBox="1"/>
          <p:nvPr/>
        </p:nvSpPr>
        <p:spPr>
          <a:xfrm>
            <a:off x="914400" y="415000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pipeline: raw delivery data is cleaned, deduplicated, clustered, and optimized into feasible, capacity- and time-window-compliant vehicle routes.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Input Data: The system successfully identifies and handles missing, duplicate, inconsistent, and invalid routing data.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 Routes: RouteOpt generates routes that satisfy vehicle capacity constraints and customer time windows.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Multi-Vehicle Optimization: Customers are efficiently distributed among multiple vehicles based on demand and route constraints.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Travel Cost: The approximation approach helps reduce unnecessary distance and travel time compared with unoptimized routing.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Processing: Approximation and heuristic techniques provide solutions faster than computationally expensive exact methods for larger datasets.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10/11, macOS, or Linux.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3.x.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Visual Studio Code, PyCharm, or Jupyter Notebook.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Libraries/Frameworks: Pandas, NumPy, and suitable optimization libraries such as OR-Tools.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/ Apple M1 or equivalent and above.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10 GB of free space.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1366 x 768 resolution or higher.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RouteOpt provides an integrated solution for data cleaning and multi-vehicle route optimization.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handles vehicle capacity constraints and customer time windows to generate feasible routes.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validation improve the accuracy and reliability of the optimization process.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and heuristic techniques help generate efficient routes with reduced computation time.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can be useful in logistics, delivery services, transportation, and fleet management.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RouteOpt provides a practical, scalable, and efficient approach to real-world route optimization problems.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Route Optimization: Integrate live traffic and GPS data to dynamically update routes.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Integration: Use machine learning to predict delivery times, traffic conditions, and customer demand.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Optimization: Implement advanced metaheuristic and hybrid algorithms to improve route quality.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Cleaning: Automatically detect and correct incorrect or missing routing data during operation.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Integration: Integrate Google Maps, OpenStreetMap, or similar services for real-world route visualization.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939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RouteOpt: A Data-Cleaning and Approximation Engine for Capacitated Multi-Vehicle Route Optimization with Time Windows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Akash K</cp:lastModifiedBy>
  <cp:revision>21</cp:revision>
  <dcterms:created xsi:type="dcterms:W3CDTF">2024-08-29T05:25:00Z</dcterms:created>
  <dcterms:modified xsi:type="dcterms:W3CDTF">2026-08-27T09:26:27Z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