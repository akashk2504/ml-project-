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7" r:id="rId19"/>
    <p:sldId id="523" r:id="rId20"/>
    <p:sldId id="518" r:id="rId21"/>
    <p:sldId id="519" r:id="rId22"/>
    <p:sldId id="520" r:id="rId23"/>
    <p:sldId id="521" r:id="rId24"/>
    <p:sldId id="5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Machine Learning Project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Air Quality Index Prediction Using Ridge and Lasso Regression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5503568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Name AKASH K(roll 2520090127)</a:t>
            </a:r>
          </a:p>
          <a:p>
            <a:r>
              <a:rPr lang="en-US" dirty="0">
                <a:solidFill>
                  <a:srgbClr val="0070C0"/>
                </a:solidFill>
              </a:rPr>
              <a:t>Name G.ANIRUDH(roll 2520090058 )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 </a:t>
            </a:r>
            <a:r>
              <a:rPr lang="en-IN" sz="1800" b="1" dirty="0"/>
              <a:t>I V SAI LAKSHMI HARITHA ,ASSISTANT PROFESSOR</a:t>
            </a: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addressed is forecasting the Air Quality Index (AQI) from historical pollutant and weather data, which is complicated by multicollinearity among correlated pollutant features.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timely AQI prediction is essential for public health advisories and environmental policy decisions.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regularized regression techniques through a pipeline that: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Cleans, normalizes, and pre-processes historical pollutant and weather data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Ridge (L2) and Lasso (L1) regression models to predict AQI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model performance using MAE, MSE, RMSE, and R²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most influential pollutants through Lasso's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air quality datasets often contain missing values, noisy sensor readings, and highly correlated pollutant features.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 among pollutants destabilizes ordinary linear regression coefficients, making predictions unreliable.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Unregularized models can overfit noisy environmental data and generalize poorly to new conditions.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advisories need AQI forecasts that are both accurate and easy to interpret.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pipeline that cleans, models, and evaluates pollutant data using regularization to produce dependable AQI predictions.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Air pollution is now one of the leading environmental health risks, especially in fast-growing urban areas.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Timely AQI forecasts let citizens take precautions and authorities issue early health advisories.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Many existing AQI models either oversimplify (plain linear regression) or sacrifice interpretability (black-box ensembles).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Regularized regression offers a middle ground: robust to correlated features, yet transparent about which pollutants matter most.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This motivates building a lightweight Ridge/Lasso pipeline that is both accurate and explainable.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pre-process historical pollutant and weather data for model-ready quality.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feature correlations to understand what drives AQI and where multicollinearity exists.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Ridge and Lasso regression models to predict AQI values accurately.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using MAE, MSE, RMSE, and R².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influential pollutants through Lasso's automatic feature selection.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 lightweight, interpretable tool suitable for early AQI warning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for AQI: Early studies apply ordinary least squares to predict AQI from pollutant concentrations, but performance degrades when features are highly correlated.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Regression: Existing work shows L2 regularization stabilizes coefficient estimates and improves prediction under multicollinearity.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Regression: Studies demonstrate that L1 regularization performs automatic feature selection, highlighting the pollutants most responsible for poor air quality.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&amp; Tree-Based Methods: Techniques such as Random Forest, Gradient Boosting, and XGBoost are used for AQI prediction, often trading interpretability for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AQI studies rely on plain linear regression, which performs poorly when pollutant features are highly correlated.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and deep-learning approaches improve accuracy but act as black boxes, making predictions hard to justify to health authorities.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systematically compare Ridge and Lasso side-by-side on the same pollutant dataset to show the accuracy/interpretability trade-off.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attention has been given to automatic feature selection for identifying the dominant pollutants behind poor air quality.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that gap with a unified, lightweight Ridge-vs-Lasso pipeline that is both accurate and explainable.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300" name="Step 1"/>
          <p:cNvSpPr/>
          <p:nvPr/>
        </p:nvSpPr>
        <p:spPr>
          <a:xfrm>
            <a:off x="9144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Pollutant &amp; Weather Data</a:t>
            </a:r>
          </a:p>
        </p:txBody>
      </p:sp>
      <p:sp>
        <p:nvSpPr>
          <p:cNvPr id="301" name="Arrow 1"/>
          <p:cNvSpPr/>
          <p:nvPr/>
        </p:nvSpPr>
        <p:spPr>
          <a:xfrm>
            <a:off x="241440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Step 2"/>
          <p:cNvSpPr/>
          <p:nvPr/>
        </p:nvSpPr>
        <p:spPr>
          <a:xfrm>
            <a:off x="268704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Normalization</a:t>
            </a:r>
          </a:p>
        </p:txBody>
      </p:sp>
      <p:sp>
        <p:nvSpPr>
          <p:cNvPr id="303" name="Arrow 2"/>
          <p:cNvSpPr/>
          <p:nvPr/>
        </p:nvSpPr>
        <p:spPr>
          <a:xfrm>
            <a:off x="418704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Step 3"/>
          <p:cNvSpPr/>
          <p:nvPr/>
        </p:nvSpPr>
        <p:spPr>
          <a:xfrm>
            <a:off x="445968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05" name="Arrow 3"/>
          <p:cNvSpPr/>
          <p:nvPr/>
        </p:nvSpPr>
        <p:spPr>
          <a:xfrm>
            <a:off x="595968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Step 4"/>
          <p:cNvSpPr/>
          <p:nvPr/>
        </p:nvSpPr>
        <p:spPr>
          <a:xfrm>
            <a:off x="623232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Ridge &amp; Lasso Model Training</a:t>
            </a:r>
          </a:p>
        </p:txBody>
      </p:sp>
      <p:sp>
        <p:nvSpPr>
          <p:cNvPr id="307" name="Arrow 4"/>
          <p:cNvSpPr/>
          <p:nvPr/>
        </p:nvSpPr>
        <p:spPr>
          <a:xfrm>
            <a:off x="773232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ep 5"/>
          <p:cNvSpPr/>
          <p:nvPr/>
        </p:nvSpPr>
        <p:spPr>
          <a:xfrm>
            <a:off x="800496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(MAE, RMSE, R²)</a:t>
            </a:r>
          </a:p>
        </p:txBody>
      </p:sp>
      <p:sp>
        <p:nvSpPr>
          <p:cNvPr id="309" name="Arrow 5"/>
          <p:cNvSpPr/>
          <p:nvPr/>
        </p:nvSpPr>
        <p:spPr>
          <a:xfrm>
            <a:off x="950496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Step 6"/>
          <p:cNvSpPr/>
          <p:nvPr/>
        </p:nvSpPr>
        <p:spPr>
          <a:xfrm>
            <a:off x="97776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AQI &amp; Insights</a:t>
            </a:r>
          </a:p>
        </p:txBody>
      </p:sp>
      <p:sp>
        <p:nvSpPr>
          <p:cNvPr id="311" name="Flow Caption"/>
          <p:cNvSpPr txBox="1"/>
          <p:nvPr/>
        </p:nvSpPr>
        <p:spPr>
          <a:xfrm>
            <a:off x="914400" y="415000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pipeline: raw pollutant and weather data is cleaned, analyzed, modeled, and evaluated to produce accurate, interpretable AQI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300" name="Step 1"/>
          <p:cNvSpPr/>
          <p:nvPr/>
        </p:nvSpPr>
        <p:spPr>
          <a:xfrm>
            <a:off x="9144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 (CSV / Sensor Feeds)</a:t>
            </a:r>
          </a:p>
        </p:txBody>
      </p:sp>
      <p:sp>
        <p:nvSpPr>
          <p:cNvPr id="301" name="Arrow 1"/>
          <p:cNvSpPr/>
          <p:nvPr/>
        </p:nvSpPr>
        <p:spPr>
          <a:xfrm>
            <a:off x="241440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Step 2"/>
          <p:cNvSpPr/>
          <p:nvPr/>
        </p:nvSpPr>
        <p:spPr>
          <a:xfrm>
            <a:off x="268704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Layer (Cleaning, Scaling)</a:t>
            </a:r>
          </a:p>
        </p:txBody>
      </p:sp>
      <p:sp>
        <p:nvSpPr>
          <p:cNvPr id="303" name="Arrow 2"/>
          <p:cNvSpPr/>
          <p:nvPr/>
        </p:nvSpPr>
        <p:spPr>
          <a:xfrm>
            <a:off x="418704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Step 3"/>
          <p:cNvSpPr/>
          <p:nvPr/>
        </p:nvSpPr>
        <p:spPr>
          <a:xfrm>
            <a:off x="445968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 Layer (Ridge &amp; Lasso)</a:t>
            </a:r>
          </a:p>
        </p:txBody>
      </p:sp>
      <p:sp>
        <p:nvSpPr>
          <p:cNvPr id="305" name="Arrow 3"/>
          <p:cNvSpPr/>
          <p:nvPr/>
        </p:nvSpPr>
        <p:spPr>
          <a:xfrm>
            <a:off x="595968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Step 4"/>
          <p:cNvSpPr/>
          <p:nvPr/>
        </p:nvSpPr>
        <p:spPr>
          <a:xfrm>
            <a:off x="623232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Layer (Metrics &amp; CV)</a:t>
            </a:r>
          </a:p>
        </p:txBody>
      </p:sp>
      <p:sp>
        <p:nvSpPr>
          <p:cNvPr id="307" name="Arrow 4"/>
          <p:cNvSpPr/>
          <p:nvPr/>
        </p:nvSpPr>
        <p:spPr>
          <a:xfrm>
            <a:off x="773232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ep 5"/>
          <p:cNvSpPr/>
          <p:nvPr/>
        </p:nvSpPr>
        <p:spPr>
          <a:xfrm>
            <a:off x="800496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(AQI Prediction)</a:t>
            </a:r>
          </a:p>
        </p:txBody>
      </p:sp>
      <p:sp>
        <p:nvSpPr>
          <p:cNvPr id="309" name="Arrow 5"/>
          <p:cNvSpPr/>
          <p:nvPr/>
        </p:nvSpPr>
        <p:spPr>
          <a:xfrm>
            <a:off x="950496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Step 6"/>
          <p:cNvSpPr/>
          <p:nvPr/>
        </p:nvSpPr>
        <p:spPr>
          <a:xfrm>
            <a:off x="97776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Layer (Dashboard / Alerts)</a:t>
            </a:r>
          </a:p>
        </p:txBody>
      </p:sp>
      <p:sp>
        <p:nvSpPr>
          <p:cNvPr id="311" name="Flow Caption"/>
          <p:cNvSpPr txBox="1"/>
          <p:nvPr/>
        </p:nvSpPr>
        <p:spPr>
          <a:xfrm>
            <a:off x="914400" y="415000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layered architecture separates data ingestion, pre-processing, modeling, evaluation, and delivery so each stage can be tested and improved independently.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Technologies Used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&amp; Tools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/ Google Colab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for version control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as the primary editor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&amp; Pandas for data handling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 for visualization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for Ridge, Lasso, and evaluation metrics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(optional) for a demo dashboard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Dataset / Input Details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Central Pollution Control Board (CPCB) station data / Kaggle Air Quality dataset.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 Multi-year daily/hourly pollutant and weather readings across multiple monitoring stations.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 PM2.5, PM10, NO2, SO2, CO, O3, temperature, humidity, and wind speed.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Air Quality Index (AQI), a single continuous value per record.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Pre-processing: missing-value imputation, duplicate removal, and feature standardization before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Implementation – Module 1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Data Pre-processing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raw pollutant and weather readings from CSV/station data into a Pandas DataFrame.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impute missing values using median imputation to avoid distorting distributions.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to prevent double-counting identical readings.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all numeric features (zero mean, unit variance) since Ridge and Lasso are scale-sensitive.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a clean, model-ready dataset split into training and testing 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Implementation – Module 2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Ridge Regression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StandardScaler-transformed features as input to scikit-learn's Ridge estimator.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RidgeCV with a logarithmic grid of alpha values and 5-fold cross-validation to select the best regularization strength.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the final Ridge model on the training set using the selected alpha.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Ridge's L2 penalty shrinks correlated pollutant coefficients together, stabilizing predictions under multicollinearity.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trained model and its coefficients for evaluation and comparison.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Implementation – Module 3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Lasso Regression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same standardized features as input to scikit-learn's Lasso estimator.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LassoCV with a logarithmic alpha grid and 5-fold cross-validation to select the optimal regularization strength.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the final Lasso model on the training set using the selected alpha.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Lasso's L1 penalty can shrink weak predictors' coefficients exactly to zero, performing automatic feature selection.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which pollutants Lasso retains versus discards to identify the strongest AQI drivers.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Experimental Setup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Configuration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/ 20 train-test split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cross-validation for alpha tuning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standardized before training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fixed for reproducibility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Configuration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search range: 10⁻³ to 10³ (log scale)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– L2 penalty, closed-form solution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– L1 penalty, coordinate descent (max_iter = 10000)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MAE, MSE, RMSE, R²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Input Data: The pipeline successfully handles missing values and normalizes pollutant and weather readings before modeling.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Predictions: Ridge Regression produces stable AQI estimates even when pollutant features are highly correlated.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Lasso Regression identifies the most influential pollutants by shrinking weak predictors to zero.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 Regularized models achieve lower MAE, MSE, and RMSE, and higher R², compared to plain linear regression.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Lightweight Inference: The regression-based approach delivers predictions quickly, suitable for early AQI warning systems.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Performance Evaluation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achieved MAE ≈ 10.06, RMSE ≈ 12.46, and R² ≈ 0.946 on the held-out test set.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achieved comparable performance: MAE ≈ 10.06, RMSE ≈ 12.45, and R² ≈ 0.946.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substantially outperform plain (unregularized) linear regression on the same features.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reaches equal accuracy while using fewer effective features, confirming its value for interpretability.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confirms both models generalize consistently across folds, not just on a single test split.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Screenshots / Demo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BD3CF7-DBAB-B3EA-6A35-1B489F1A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20" y="1000000"/>
            <a:ext cx="9568958" cy="562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26CD2-97C6-D5E1-7CAB-5CC43F76F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9" y="677460"/>
            <a:ext cx="8758074" cy="514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18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Comparison with Existing System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linear regression – unstable under multicollinearity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/ XGBoost – accurate but hard to interpret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– require large data and heavy compute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predict only an AQI category, not a continuous score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&amp; Lasso regression – stable and interpretable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multicollinear pollutant features directly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– trains and predicts in seconds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both a continuous AQI value and 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Challenges &amp; Solutions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correlated pollutant features (multicollinearity)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and noisy sensor readings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regularization strength (alpha)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underfitting if regularization is too strong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Ridge/Lasso regularization to stabilize coefficients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median imputation and duplicate removal during cleaning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alpha via cross-validation (RidgeCV / LassoCV)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multiple alpha values to balance bias and variance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AQI Monitoring: Integrate live sensor and satellite data to continuously update AQI predictions.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 Integration: Explore ensemble and deep learning methods (Random Forest, XGBoost, LSTM) for improved accuracy.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Modeling: Incorporate geographic and seasonal variation to improve city- and region-level predictions.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Quality Checks: Automatically detect and correct missing or anomalous sensor readings during operation.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Alert Integration: Build a real-time dashboard with automated public health alerts based on predicted AQI.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an integrated pipeline for pre-processing and regularized-regression-based AQI prediction.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and Lasso regression effectively address multicollinearity and overfitting common in environmental datasets.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normalization improve the accuracy and reliability of the prediction process.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enables both stable predictions (Ridge) and interpretable feature selection (Lasso).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can be useful for public health advisories, environmental monitoring, and policy planning.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offers a practical, lightweight, and interpretable approach to real-world AQI prediction.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Hoerl, A. E., &amp; Kennard, R. W. (1970). Ridge Regression: Biased Estimation for Nonorthogonal Problems. Technometrics.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Tibshirani, R. (1996). Regression Shrinkage and Selection via the Lasso. Journal of the Royal Statistical Society.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Pollution Control Board (CPCB), Government of India – Air Quality Data Repository.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Air Quality Index Dataset.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Pedregosa, F., et al. (2011). Scikit-learn: Machine Learning in Python. Journal of Machine Learning Research.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 – Air Quality Guidelines.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1808</Words>
  <Application>Microsoft Office PowerPoint</Application>
  <PresentationFormat>Widescreen</PresentationFormat>
  <Paragraphs>166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       Machine Learning Project  Air Quality Index Prediction Using Ridge and Lasso Regression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Akash K</cp:lastModifiedBy>
  <cp:revision>26</cp:revision>
  <dcterms:created xsi:type="dcterms:W3CDTF">2024-08-29T05:25:00Z</dcterms:created>
  <dcterms:modified xsi:type="dcterms:W3CDTF">2026-10-13T15:05:48Z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